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6" r:id="rId9"/>
    <p:sldId id="267" r:id="rId10"/>
    <p:sldId id="268" r:id="rId11"/>
    <p:sldId id="269" r:id="rId12"/>
    <p:sldId id="261" r:id="rId13"/>
    <p:sldId id="262" r:id="rId14"/>
    <p:sldId id="263" r:id="rId15"/>
    <p:sldId id="264" r:id="rId16"/>
    <p:sldId id="265" r:id="rId17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A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768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478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334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08008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512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129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21955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7131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17145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88192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254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760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246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40595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84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hyperlink" Target="FontSense_AI_Literature_Survey_2024_2026_like_sample.xlsx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subTitle" idx="4294967295"/>
          </p:nvPr>
        </p:nvSpPr>
        <p:spPr>
          <a:xfrm>
            <a:off x="523836" y="3605131"/>
            <a:ext cx="11668200" cy="271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                                                           GUIDED BY 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BHARANI G</a:t>
            </a:r>
            <a:r>
              <a:rPr lang="en-US" sz="1800" b="1" i="0" u="none" strike="noStrike" cap="none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- 2403811724321013          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ADEEBA AAISHA F 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BHAVADHARANI S</a:t>
            </a:r>
            <a:r>
              <a:rPr lang="en-US" sz="1800" b="1" i="0" u="none" strike="noStrike" cap="none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- 2403811724322014                                                   </a:t>
            </a:r>
            <a:r>
              <a:rPr lang="en-US" sz="1800" b="1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</a:t>
            </a: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AIDS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CHANDRU A</a:t>
            </a:r>
            <a:r>
              <a:rPr lang="en-US" sz="1800" b="1" i="0" u="none" strike="noStrike" cap="none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- 2403811724321015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CHANDRU R</a:t>
            </a:r>
            <a:r>
              <a:rPr lang="en-US" sz="1800" b="1" i="0" u="none" strike="noStrike" cap="none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- 2403811724321016                       </a:t>
            </a: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1902364" y="593117"/>
            <a:ext cx="8437500" cy="26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K.RAMAKRISHNAN COLLEGE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200000"/>
              </a:lnSpc>
              <a:buSzPts val="2000"/>
            </a:pP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FontSense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AI: A Noise-</a:t>
            </a: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Resistant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Font Recognition System </a:t>
            </a: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Domain Adaptation</a:t>
            </a:r>
            <a:endParaRPr sz="2400" b="1" i="0" u="none" strike="noStrike" cap="none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303" name="Google Shape;3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</a:t>
            </a:r>
            <a:r>
              <a:rPr lang="en-US" sz="3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30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969962" y="1271588"/>
            <a:ext cx="10520363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Architecture </a:t>
            </a:r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Literature survey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Existing system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Proposed system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Conclusion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Future enhancement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1503955" y="1515844"/>
            <a:ext cx="92391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000" dirty="0"/>
              <a:t>Font recognition is important in document analysis, OCR, digital publishing, and translation systems. </a:t>
            </a:r>
            <a:r>
              <a:rPr lang="en-US" sz="2000" dirty="0" smtClean="0"/>
              <a:t>Existing </a:t>
            </a:r>
            <a:r>
              <a:rPr lang="en-US" sz="2000" dirty="0"/>
              <a:t>font recognition systems perform well only on clean, high-quality </a:t>
            </a:r>
            <a:r>
              <a:rPr lang="en-US" sz="2000" dirty="0" smtClean="0"/>
              <a:t>but struggle </a:t>
            </a:r>
            <a:r>
              <a:rPr lang="en-US" sz="2000" dirty="0"/>
              <a:t>with noisy, blurred, low-resolution, and unevenly illuminated images. </a:t>
            </a:r>
            <a:r>
              <a:rPr lang="en-US" sz="2000" dirty="0" err="1" smtClean="0"/>
              <a:t>FontSense</a:t>
            </a:r>
            <a:r>
              <a:rPr lang="en-US" sz="2000" dirty="0" smtClean="0"/>
              <a:t> </a:t>
            </a:r>
            <a:r>
              <a:rPr lang="en-US" sz="2000" dirty="0"/>
              <a:t>AI introduces a multilingual dataset containing </a:t>
            </a:r>
            <a:r>
              <a:rPr lang="en-US" sz="2000" dirty="0" smtClean="0"/>
              <a:t>14 </a:t>
            </a:r>
            <a:r>
              <a:rPr lang="en-US" sz="2000" dirty="0"/>
              <a:t>languages and </a:t>
            </a:r>
            <a:r>
              <a:rPr lang="en-US" sz="2000" dirty="0"/>
              <a:t>8</a:t>
            </a:r>
            <a:r>
              <a:rPr lang="en-US" sz="2000" dirty="0" smtClean="0"/>
              <a:t> </a:t>
            </a:r>
            <a:r>
              <a:rPr lang="en-US" sz="2000" dirty="0"/>
              <a:t>font styles for each language. </a:t>
            </a:r>
            <a:r>
              <a:rPr lang="en-US" sz="2000" dirty="0" smtClean="0"/>
              <a:t>The </a:t>
            </a:r>
            <a:r>
              <a:rPr lang="en-US" sz="2000" dirty="0"/>
              <a:t>system combines Data Augmentation and Domain Adaptation to improve recognition accuracy in real-world conditions. </a:t>
            </a:r>
          </a:p>
          <a:p>
            <a:pPr marL="8001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43891" y="1611744"/>
            <a:ext cx="99181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robust font recognition system for noisy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recognition accuracy under blur, shadows, and lighting variations.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multilingual font recognition across 15 different languages.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domain adaptation to reduce differences between training and real-world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 practical solution that works with both color and grayscale images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3200" b="1" dirty="0" smtClean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r>
              <a:rPr lang="en-US" sz="2800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633" y="1271588"/>
            <a:ext cx="6091298" cy="5448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46929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 dirty="0" smtClean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           </a:t>
            </a:r>
            <a:endParaRPr sz="3200" dirty="0"/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452813" y="1967133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smtClean="0">
                <a:solidFill>
                  <a:srgbClr val="06AAD0"/>
                </a:solidFill>
                <a:hlinkClick r:id="rId5" action="ppaction://hlinkfile"/>
              </a:rPr>
              <a:t>FontSense_AI_Literature_Survey_2024_2026.xlsx</a:t>
            </a:r>
            <a:endParaRPr lang="en-IN" sz="1800" dirty="0">
              <a:solidFill>
                <a:srgbClr val="06AA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2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46929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lang="en-US" sz="3200" b="1" dirty="0" smtClean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          </a:t>
            </a:r>
            <a:endParaRPr sz="3200" dirty="0"/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599028" y="1517855"/>
            <a:ext cx="9753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Dataset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</a:p>
          <a:p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I.  Collect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font images from 15 languages. </a:t>
            </a:r>
          </a:p>
          <a:p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II. Include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20 font styles per language. </a:t>
            </a:r>
            <a:endParaRPr lang="en-IN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I. Resize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and normalize input images. </a:t>
            </a:r>
          </a:p>
          <a:p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II. Prepare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images for model training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3. Data Augmentation</a:t>
            </a:r>
          </a:p>
          <a:p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I. Remove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noise, blur, and rotation. </a:t>
            </a:r>
          </a:p>
          <a:p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II. Simulate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lighting and real-world variations.</a:t>
            </a:r>
          </a:p>
          <a:p>
            <a:endParaRPr lang="en-US" sz="28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70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46929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lang="en-US" sz="3200" b="1" dirty="0" smtClean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            </a:t>
            </a:r>
            <a:endParaRPr sz="3200" dirty="0"/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898649" y="1706027"/>
            <a:ext cx="968216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3. Domain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Adaptation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I. Use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clean images as the source domain. 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II. Adapt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model to noisy real-world target images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5. Feature Extraction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I. Use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CNN layers to extract font features. 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II. Learn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patterns such as strokes and character shapes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6. Classification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I. Classify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language and font style. 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II. Use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classifier for prediction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2398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46929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lang="en-US" sz="3200" b="1" dirty="0" smtClean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            </a:t>
            </a:r>
            <a:endParaRPr sz="3200" dirty="0"/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031206" y="1990522"/>
            <a:ext cx="911040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7. Evaluation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I. Measure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accuracy, precision, recall, and F1-score. 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II. Test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performance on clean and noisy images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70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</a:t>
            </a:r>
            <a:r>
              <a:rPr lang="en-US" sz="3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1898650" y="1678571"/>
            <a:ext cx="91251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Supports only 4 languages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Uses 10 font styles per language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Works only with grayscale </a:t>
            </a:r>
            <a:r>
              <a:rPr lang="en-US" sz="2000" dirty="0" smtClean="0"/>
              <a:t>images </a:t>
            </a:r>
            <a:r>
              <a:rPr lang="en-US" sz="2000" b="1" dirty="0" smtClean="0"/>
              <a:t>, </a:t>
            </a:r>
            <a:r>
              <a:rPr lang="en-US" sz="2000" dirty="0" smtClean="0"/>
              <a:t>Requires </a:t>
            </a:r>
            <a:r>
              <a:rPr lang="en-US" sz="2000" dirty="0"/>
              <a:t>high-resolution images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Cannot </a:t>
            </a:r>
            <a:r>
              <a:rPr lang="en-US" sz="2000" dirty="0"/>
              <a:t>process color images effectively.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Sensitive to blur and image noise.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Poor performance under real-world conditions.</a:t>
            </a: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98650" y="1672250"/>
            <a:ext cx="742545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Supports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different languages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Includes 20 font styles per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Accepts both color and grayscale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Uses a real-world multilingual dataset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85551" y="1706941"/>
            <a:ext cx="90193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system performs effectively under noisy and low-quality imaging                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augmentation improves model robustness.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Domain adaptation bridges the gap between training and real-world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proposed framework offers accurate and practical font recognition for       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diverse environments.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2723" y="1838848"/>
            <a:ext cx="661270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Real-time font recognition using mobile cameras.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Video-based font and language detection.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Support for ancient and endangered languages.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Larger multilingual datasets with additional font styles.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Faster deployment on mobile and edge devices.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84B4"/>
      </a:hlink>
      <a:folHlink>
        <a:srgbClr val="0084B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566</Words>
  <Application>Microsoft Office PowerPoint</Application>
  <PresentationFormat>Widescreen</PresentationFormat>
  <Paragraphs>118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Noto Sans Symbols</vt:lpstr>
      <vt:lpstr>Times New Roman</vt:lpstr>
      <vt:lpstr>Office Theme</vt:lpstr>
      <vt:lpstr>1_Office Theme</vt:lpstr>
      <vt:lpstr>2_Office Theme</vt:lpstr>
      <vt:lpstr>PowerPoint Presentation</vt:lpstr>
      <vt:lpstr>PRESENTATION OVERVIEW</vt:lpstr>
      <vt:lpstr>ABSTRACT </vt:lpstr>
      <vt:lpstr>OBJECTIVE </vt:lpstr>
      <vt:lpstr>PowerPoint Presentation</vt:lpstr>
      <vt:lpstr>                     LITERATURE SURVEY            </vt:lpstr>
      <vt:lpstr>                   RESEARCH METHODOLOGY          </vt:lpstr>
      <vt:lpstr>                   RESEARCH METHODOLOGY            </vt:lpstr>
      <vt:lpstr>                   RESEARCH METHODOLOGY            </vt:lpstr>
      <vt:lpstr>EXISTING SYSTEM</vt:lpstr>
      <vt:lpstr>PROPOSED SYSTEM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Bhavi</dc:creator>
  <cp:lastModifiedBy>Microsoft account</cp:lastModifiedBy>
  <cp:revision>14</cp:revision>
  <dcterms:modified xsi:type="dcterms:W3CDTF">2026-10-05T09:35:44Z</dcterms:modified>
</cp:coreProperties>
</file>